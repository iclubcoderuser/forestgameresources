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3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3A0506-073E-47ED-481B-49BE43DFC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450F176-0DF3-8AD9-B9F2-A950D383B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871BAA-9DDF-8068-AAC2-855AB27AF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BDFF-B92E-4436-8426-5919EB0D6C16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AF7BA9-D25E-F1AB-C0DA-1D32FFB10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AF76DF-E872-1DE5-BCE0-4894ACDD8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49770-D510-4D02-99C3-0CE30E159E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277588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D5688D-5D19-B980-F850-DC272B921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595591-FAFE-5449-103B-F0B048A40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A43039-2E9D-ED3E-C3FF-2900BB3F1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BDFF-B92E-4436-8426-5919EB0D6C16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C320EA-76F9-4E26-D42E-DE0379F01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C26CEB-86EC-CD71-624C-46E2D048C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49770-D510-4D02-99C3-0CE30E159E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3430777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FF7EC0-9715-3BE6-3ED8-D658F4D5B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AD19B7C-8FCE-329C-6C17-258ADF181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EFE856-4046-DEA6-0C4A-28F0A846D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BDFF-B92E-4436-8426-5919EB0D6C16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3C0089-4196-F509-7786-D6023F569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D03ED3-C93E-D998-2FBD-2AF2D8EE4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49770-D510-4D02-99C3-0CE30E159E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7291862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166949-FFBA-EEF2-E75B-541F8E9ED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01C2CD-BF6F-CCA1-6C5A-83CEC00C4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7702424-FA08-34C9-F803-F7956F3DA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1802FF-A906-6AFF-7D32-4FBA94BD2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BDFF-B92E-4436-8426-5919EB0D6C16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EC13FC-057E-D5DD-9A79-C8D21366A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2E253D-1712-001C-06C1-951AF94F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49770-D510-4D02-99C3-0CE30E159E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494168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37EDD3-0828-006F-09B5-A8D09777A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B5A086-5DB9-5762-DFA0-DBA29EB03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C9179C5-744F-4F96-7DD5-8912D4486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B6BD625-76DE-3A24-F0C0-B89C3DA9E3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248FEA6-EA34-5AB0-C392-09AC055DDB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EF96922-E99A-B577-1EDB-A7160E8B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BDFF-B92E-4436-8426-5919EB0D6C16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F5CCD53-797E-BF62-8F66-752D500E5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E025EC4-BE0F-95AB-0B4F-C889C23F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49770-D510-4D02-99C3-0CE30E159E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303314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A8592C-EA74-42AF-76FE-A225501C4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C0AF882-7C1A-1474-0EDA-FA37A5AC8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BDFF-B92E-4436-8426-5919EB0D6C16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540F0B8-D4F7-F24F-421D-1C115398B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535FF7C-1FFC-1939-04BE-75F98FCEB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49770-D510-4D02-99C3-0CE30E159E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776664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C5D5CA3-CFB8-C670-DC59-4ED6A2A9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BDFF-B92E-4436-8426-5919EB0D6C16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2277F97-A3BE-244C-189A-0785E977D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A9586A3-4CE4-5AE4-015F-E8F2586AD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49770-D510-4D02-99C3-0CE30E159E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7896296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00A4DE-15BC-315E-DA0F-A08047940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07CEB6-4D9D-58AD-AEC7-8A491876A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9B780F5-4CCF-A48A-1D14-10EA58613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7C8E01-C870-D2A3-673C-96AFA9FCE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BDFF-B92E-4436-8426-5919EB0D6C16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B7A0E4-5DD7-042B-5168-D56DA2E79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3C72FD-4949-EB5F-CF70-D8301987B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49770-D510-4D02-99C3-0CE30E159E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0080914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2BA701-E651-16F7-8CCA-A761DF8B9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2E1A6A7-5A4C-D47B-7CEC-D86B8B6FBA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5D064CF-D84D-B301-F182-AD2143A43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F59415-FB8B-CF78-A493-42315D412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BDFF-B92E-4436-8426-5919EB0D6C16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D0B6AB-58A6-9EFF-5EC8-FFD4D36D2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3052D0-7256-60C9-0121-EE74790B7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49770-D510-4D02-99C3-0CE30E159E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0144740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C41416-3171-7DAF-A6C7-9A23A9DA5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C9C7F7E-E8E4-4318-DBF0-6F255E465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E1F976-EA29-9417-5A41-3B7EE577D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BDFF-B92E-4436-8426-5919EB0D6C16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9C3E8D-0EDC-6713-0628-914AEEE54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68C01C-8E24-394B-79FB-E02605FA6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49770-D510-4D02-99C3-0CE30E159E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0741061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780260A-FD86-EAF7-5682-0F9DAC5C12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F381F1F-EAF5-CA46-7243-4648565AC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AB6243-4C47-05F3-FE08-258A650C2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ABDFF-B92E-4436-8426-5919EB0D6C16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E06F20-1F5E-78FA-1D32-353A70E5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085B27-0B79-651D-77BF-DA6BE29DA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49770-D510-4D02-99C3-0CE30E159E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5072347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64CAF0-47DF-EB9A-67FE-692927779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FA52D6-2A7D-E0E6-F698-FE27BCC40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1895E8-AA50-01CE-9BC9-FEA9B4E90E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ABDFF-B92E-4436-8426-5919EB0D6C16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9D74BC-5461-2130-BD84-28161CA93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480EC2-6E99-EDA4-87CB-E5743DE4E1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49770-D510-4D02-99C3-0CE30E159E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02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DE81B2B-8BDF-00DF-1C75-1E2F9AEF4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26" y="0"/>
            <a:ext cx="12224726" cy="53250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3B0235-8E39-37BD-77C6-DC9B21451124}"/>
              </a:ext>
            </a:extLst>
          </p:cNvPr>
          <p:cNvSpPr txBox="1"/>
          <p:nvPr/>
        </p:nvSpPr>
        <p:spPr>
          <a:xfrm>
            <a:off x="-32726" y="5262282"/>
            <a:ext cx="12224726" cy="159571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AFE151-49AB-116C-9D2F-68D30489EE2C}"/>
              </a:ext>
            </a:extLst>
          </p:cNvPr>
          <p:cNvSpPr txBox="1"/>
          <p:nvPr/>
        </p:nvSpPr>
        <p:spPr>
          <a:xfrm>
            <a:off x="313765" y="5809129"/>
            <a:ext cx="11313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                                     </a:t>
            </a:r>
            <a:r>
              <a:rPr lang="ru-RU" sz="2800" dirty="0">
                <a:solidFill>
                  <a:schemeClr val="bg1"/>
                </a:solidFill>
              </a:rPr>
              <a:t>Новая военная пошаговая стратегия </a:t>
            </a:r>
            <a:endParaRPr lang="ru-RU" sz="28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9149EDB-A474-F209-B72E-48C28C9369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87" t="6647" r="9975" b="8497"/>
          <a:stretch/>
        </p:blipFill>
        <p:spPr>
          <a:xfrm>
            <a:off x="2214283" y="1748118"/>
            <a:ext cx="8050306" cy="298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921463"/>
      </p:ext>
    </p:extLst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94CA1DD-0D07-3390-6F2C-821A90E966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90" t="2025" r="6052" b="6415"/>
          <a:stretch/>
        </p:blipFill>
        <p:spPr>
          <a:xfrm>
            <a:off x="0" y="0"/>
            <a:ext cx="12192000" cy="51547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3A8005-9E94-3FF2-409B-4D3F302D44B2}"/>
              </a:ext>
            </a:extLst>
          </p:cNvPr>
          <p:cNvSpPr txBox="1"/>
          <p:nvPr/>
        </p:nvSpPr>
        <p:spPr>
          <a:xfrm>
            <a:off x="0" y="5154706"/>
            <a:ext cx="12192000" cy="17750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DDD43-C52E-FAFC-48AF-BBA0A1ED0E2D}"/>
              </a:ext>
            </a:extLst>
          </p:cNvPr>
          <p:cNvSpPr txBox="1"/>
          <p:nvPr/>
        </p:nvSpPr>
        <p:spPr>
          <a:xfrm>
            <a:off x="385482" y="5699303"/>
            <a:ext cx="1112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                                     Интересные стратегии , захватывающие бои</a:t>
            </a:r>
          </a:p>
        </p:txBody>
      </p:sp>
    </p:spTree>
    <p:extLst>
      <p:ext uri="{BB962C8B-B14F-4D97-AF65-F5344CB8AC3E}">
        <p14:creationId xmlns:p14="http://schemas.microsoft.com/office/powerpoint/2010/main" val="2014462012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1D6751-F2BE-C2F5-1761-5346A99F979A}"/>
              </a:ext>
            </a:extLst>
          </p:cNvPr>
          <p:cNvSpPr txBox="1"/>
          <p:nvPr/>
        </p:nvSpPr>
        <p:spPr>
          <a:xfrm>
            <a:off x="1" y="4840941"/>
            <a:ext cx="12192000" cy="201705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24981-7A4F-2F0B-801A-2439921E4A81}"/>
              </a:ext>
            </a:extLst>
          </p:cNvPr>
          <p:cNvSpPr txBox="1"/>
          <p:nvPr/>
        </p:nvSpPr>
        <p:spPr>
          <a:xfrm>
            <a:off x="367553" y="5325035"/>
            <a:ext cx="11519647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ru-RU" sz="3200" dirty="0"/>
          </a:p>
          <a:p>
            <a:r>
              <a:rPr lang="ru-RU" sz="2800" dirty="0"/>
              <a:t>                        </a:t>
            </a:r>
            <a:r>
              <a:rPr lang="ru-RU" sz="2800" dirty="0">
                <a:solidFill>
                  <a:schemeClr val="bg1"/>
                </a:solidFill>
              </a:rPr>
              <a:t>Продумывайте ходы , стреляйте и сражайтесь !</a:t>
            </a:r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6F6802C-3ABB-BC54-5C78-88759B201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8127"/>
            <a:ext cx="12192000" cy="544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996367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8F54C9-2212-B6BD-7413-124DCBAB63D5}"/>
              </a:ext>
            </a:extLst>
          </p:cNvPr>
          <p:cNvSpPr txBox="1"/>
          <p:nvPr/>
        </p:nvSpPr>
        <p:spPr>
          <a:xfrm>
            <a:off x="0" y="4769224"/>
            <a:ext cx="12254753" cy="225910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80C65-051C-1A53-B6CB-63D2227CF3C1}"/>
              </a:ext>
            </a:extLst>
          </p:cNvPr>
          <p:cNvSpPr txBox="1"/>
          <p:nvPr/>
        </p:nvSpPr>
        <p:spPr>
          <a:xfrm>
            <a:off x="403412" y="5902044"/>
            <a:ext cx="11376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                Выполняйте ежедневные квесты и получайте медали !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175B821-550C-825C-CFB7-97ECA77588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48"/>
          <a:stretch/>
        </p:blipFill>
        <p:spPr>
          <a:xfrm>
            <a:off x="0" y="1"/>
            <a:ext cx="12254753" cy="550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948359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4E54725-6F5E-C7B1-B05E-8C5776345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682"/>
            <a:ext cx="12192000" cy="53608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E40AD4-1A06-D119-E319-E0EDE645F75C}"/>
              </a:ext>
            </a:extLst>
          </p:cNvPr>
          <p:cNvSpPr txBox="1"/>
          <p:nvPr/>
        </p:nvSpPr>
        <p:spPr>
          <a:xfrm>
            <a:off x="0" y="5280212"/>
            <a:ext cx="12192000" cy="185569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E40ECF-B5A2-9AAE-60D1-0AEADD02382C}"/>
              </a:ext>
            </a:extLst>
          </p:cNvPr>
          <p:cNvSpPr txBox="1"/>
          <p:nvPr/>
        </p:nvSpPr>
        <p:spPr>
          <a:xfrm>
            <a:off x="421341" y="5898776"/>
            <a:ext cx="11259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 </a:t>
            </a:r>
            <a:r>
              <a:rPr lang="ru-RU" sz="2400" dirty="0">
                <a:solidFill>
                  <a:schemeClr val="bg1"/>
                </a:solidFill>
              </a:rPr>
              <a:t>                                           Занимайтесь строительством города !</a:t>
            </a:r>
            <a:endParaRPr lang="ru-RU" sz="24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CA6CF12-3597-5A5A-5737-E8DA130C5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24" y="599446"/>
            <a:ext cx="5348823" cy="260993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923BEF5-2234-FA7F-5E5F-D7BD5C452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695" y="599446"/>
            <a:ext cx="5348823" cy="258668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65280D9-0C0C-EC57-A007-7E49DE0807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5234"/>
          <a:stretch/>
        </p:blipFill>
        <p:spPr>
          <a:xfrm>
            <a:off x="2709032" y="3648623"/>
            <a:ext cx="1539128" cy="139132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0B38137-E14B-C028-A816-10D1A9D34671}"/>
              </a:ext>
            </a:extLst>
          </p:cNvPr>
          <p:cNvSpPr txBox="1"/>
          <p:nvPr/>
        </p:nvSpPr>
        <p:spPr>
          <a:xfrm>
            <a:off x="4742330" y="4248070"/>
            <a:ext cx="4966446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Территория города</a:t>
            </a:r>
          </a:p>
        </p:txBody>
      </p:sp>
    </p:spTree>
    <p:extLst>
      <p:ext uri="{BB962C8B-B14F-4D97-AF65-F5344CB8AC3E}">
        <p14:creationId xmlns:p14="http://schemas.microsoft.com/office/powerpoint/2010/main" val="245586781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34</Words>
  <Application>Microsoft Office PowerPoint</Application>
  <PresentationFormat>Широкоэкранный</PresentationFormat>
  <Paragraphs>7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Student9</dc:creator>
  <cp:lastModifiedBy>Student9</cp:lastModifiedBy>
  <cp:revision>1</cp:revision>
  <dcterms:created xsi:type="dcterms:W3CDTF">2025-05-11T10:45:31Z</dcterms:created>
  <dcterms:modified xsi:type="dcterms:W3CDTF">2025-05-11T11:38:07Z</dcterms:modified>
</cp:coreProperties>
</file>